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9" y="3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4C69-0200-4F1C-2584-76B20110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B4D720-442F-7111-5AD6-B9F5CC9D30A7}"/>
              </a:ext>
            </a:extLst>
          </p:cNvPr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rPr dirty="0"/>
              <a:t>Negotiation Agents: Unified Benchmarks, SFT Diagnosis, and Next Low-Cost Moves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4AC98-7D49-0989-9AC7-63EAEC6B79CB}"/>
              </a:ext>
            </a:extLst>
          </p:cNvPr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rPr dirty="0"/>
              <a:t>RLVR Simple Env + Terms/Multi-Agent Benchmarks + Planning/Belief Inspiration from Poker AI and Semantic Detection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94F71D-CB09-5BCE-4BF0-B9A93F5082CE}"/>
              </a:ext>
            </a:extLst>
          </p:cNvPr>
          <p:cNvSpPr/>
          <p:nvPr/>
        </p:nvSpPr>
        <p:spPr>
          <a:xfrm>
            <a:off x="594360" y="1325880"/>
            <a:ext cx="34290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5E5AA-DFA1-4926-5FEF-D96F6B7F4130}"/>
              </a:ext>
            </a:extLst>
          </p:cNvPr>
          <p:cNvSpPr/>
          <p:nvPr/>
        </p:nvSpPr>
        <p:spPr>
          <a:xfrm>
            <a:off x="594360" y="1325880"/>
            <a:ext cx="73152" cy="1280160"/>
          </a:xfrm>
          <a:prstGeom prst="rect">
            <a:avLst/>
          </a:prstGeom>
          <a:solidFill>
            <a:srgbClr val="3769B4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95EA3-4103-D53C-6B88-C0FD0316284F}"/>
              </a:ext>
            </a:extLst>
          </p:cNvPr>
          <p:cNvSpPr txBox="1"/>
          <p:nvPr/>
        </p:nvSpPr>
        <p:spPr>
          <a:xfrm>
            <a:off x="758952" y="1435607"/>
            <a:ext cx="3136392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lang="en-US" dirty="0"/>
              <a:t>More </a:t>
            </a:r>
            <a:r>
              <a:rPr lang="en-US" dirty="0" err="1"/>
              <a:t>Expermients</a:t>
            </a:r>
            <a:endParaRPr dirty="0"/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Full framework helps in both Simple Env and Terms Env, but generator-only SFT hurts deal rate. Planner timing is the bottleneck.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A541FE-0504-9D37-84E5-211C7B65879E}"/>
              </a:ext>
            </a:extLst>
          </p:cNvPr>
          <p:cNvSpPr/>
          <p:nvPr/>
        </p:nvSpPr>
        <p:spPr>
          <a:xfrm>
            <a:off x="4389120" y="1325880"/>
            <a:ext cx="34290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88854-9DAD-BF71-2B16-96B2374E3EE3}"/>
              </a:ext>
            </a:extLst>
          </p:cNvPr>
          <p:cNvSpPr/>
          <p:nvPr/>
        </p:nvSpPr>
        <p:spPr>
          <a:xfrm>
            <a:off x="4389120" y="1325880"/>
            <a:ext cx="73152" cy="1280160"/>
          </a:xfrm>
          <a:prstGeom prst="rect">
            <a:avLst/>
          </a:prstGeom>
          <a:solidFill>
            <a:srgbClr val="2C8C5F"/>
          </a:solidFill>
          <a:ln>
            <a:solidFill>
              <a:srgbClr val="2C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59CB4-1AAF-B5BF-095E-83E18DAEA51D}"/>
              </a:ext>
            </a:extLst>
          </p:cNvPr>
          <p:cNvSpPr txBox="1"/>
          <p:nvPr/>
        </p:nvSpPr>
        <p:spPr>
          <a:xfrm>
            <a:off x="4553712" y="1435607"/>
            <a:ext cx="3136392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Current best signal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Planner-SFT partial run improves over base full framework on reward/deal rate, but needs completion and </a:t>
            </a:r>
            <a:r>
              <a:rPr lang="en-US" sz="1400" dirty="0"/>
              <a:t>full run</a:t>
            </a:r>
            <a:endParaRPr sz="14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21BC9B2-1FA4-2E7F-E0D7-A34D25B5C0C4}"/>
              </a:ext>
            </a:extLst>
          </p:cNvPr>
          <p:cNvSpPr/>
          <p:nvPr/>
        </p:nvSpPr>
        <p:spPr>
          <a:xfrm>
            <a:off x="8183879" y="1325880"/>
            <a:ext cx="34290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A265A-4F1B-D63E-0A13-0CE8BA73ECAD}"/>
              </a:ext>
            </a:extLst>
          </p:cNvPr>
          <p:cNvSpPr/>
          <p:nvPr/>
        </p:nvSpPr>
        <p:spPr>
          <a:xfrm>
            <a:off x="8183879" y="1325880"/>
            <a:ext cx="73152" cy="1280160"/>
          </a:xfrm>
          <a:prstGeom prst="rect">
            <a:avLst/>
          </a:prstGeom>
          <a:solidFill>
            <a:srgbClr val="D67D36"/>
          </a:solidFill>
          <a:ln>
            <a:solidFill>
              <a:srgbClr val="D6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FF3B02-4BA4-EEF6-7461-4BC5567DE398}"/>
              </a:ext>
            </a:extLst>
          </p:cNvPr>
          <p:cNvSpPr txBox="1"/>
          <p:nvPr/>
        </p:nvSpPr>
        <p:spPr>
          <a:xfrm>
            <a:off x="8348471" y="1435607"/>
            <a:ext cx="3136392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Research direction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Move novelty from A+B+C packaging to belief calibration, opponent range reasoning, and search/reranking under hidden state.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9974D-B5C7-9952-FE02-AD4FFEC9D808}"/>
              </a:ext>
            </a:extLst>
          </p:cNvPr>
          <p:cNvSpPr txBox="1"/>
          <p:nvPr/>
        </p:nvSpPr>
        <p:spPr>
          <a:xfrm>
            <a:off x="630936" y="3595589"/>
            <a:ext cx="109728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Benchmark stack: RLVR price negotiation for clean reward; Terms Env for multi-issue belief/planning; </a:t>
            </a:r>
            <a:r>
              <a:rPr dirty="0" err="1"/>
              <a:t>AgenticPay</a:t>
            </a:r>
            <a:r>
              <a:rPr dirty="0"/>
              <a:t> hard multi-agent tasks for multi-seller/multi-buyer stress tests.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Training lesson: imitation of natural-language generator alone can make the buyer more stubborn without improving accept/counter timing.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Next experiments: planner SFT / DPO on accept-vs-counter decisions, typed evidence-grounded belief calibration, and counterfactual offer search.</a:t>
            </a:r>
          </a:p>
        </p:txBody>
      </p:sp>
    </p:spTree>
    <p:extLst>
      <p:ext uri="{BB962C8B-B14F-4D97-AF65-F5344CB8AC3E}">
        <p14:creationId xmlns:p14="http://schemas.microsoft.com/office/powerpoint/2010/main" val="101880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rPr dirty="0"/>
              <a:t>Negotiation Agents: Unified Benchmarks, SFT Diagnosis, and Next Low-Cost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rPr dirty="0"/>
              <a:t>RLVR Simple Env + Terms/Multi-Agent Benchmarks + Planning/Belief Inspiration from Poker AI and Semantic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290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280160"/>
          </a:xfrm>
          <a:prstGeom prst="rect">
            <a:avLst/>
          </a:prstGeom>
          <a:solidFill>
            <a:srgbClr val="3769B4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35607"/>
            <a:ext cx="3136392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lang="en-US" dirty="0"/>
              <a:t>More </a:t>
            </a:r>
            <a:r>
              <a:rPr lang="en-US" dirty="0" err="1"/>
              <a:t>Expermients</a:t>
            </a:r>
            <a:endParaRPr dirty="0"/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Full framework helps in both Simple Env and Terms Env, but generator-only SFT hurts deal rate. Planner timing is the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280160"/>
          </a:xfrm>
          <a:prstGeom prst="rect">
            <a:avLst/>
          </a:prstGeom>
          <a:solidFill>
            <a:srgbClr val="2C8C5F"/>
          </a:solidFill>
          <a:ln>
            <a:solidFill>
              <a:srgbClr val="2C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35607"/>
            <a:ext cx="3136392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Current best signal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Planner-SFT partial run improves over base full framework on reward/deal rate, but needs completion and </a:t>
            </a:r>
            <a:r>
              <a:rPr lang="en-US" sz="1400" dirty="0"/>
              <a:t>full run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429000" cy="128016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1325880"/>
            <a:ext cx="73152" cy="1280160"/>
          </a:xfrm>
          <a:prstGeom prst="rect">
            <a:avLst/>
          </a:prstGeom>
          <a:solidFill>
            <a:srgbClr val="D67D36"/>
          </a:solidFill>
          <a:ln>
            <a:solidFill>
              <a:srgbClr val="D6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1" y="1435607"/>
            <a:ext cx="3136392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Research direction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Move novelty from A+B+C packaging to belief calibration, opponent range reasoning, and search/reranking under hidden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595589"/>
            <a:ext cx="109728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Benchmark stack: RLVR price negotiation for clean reward; Terms Env for multi-issue belief/planning; </a:t>
            </a:r>
            <a:r>
              <a:rPr dirty="0" err="1"/>
              <a:t>AgenticPay</a:t>
            </a:r>
            <a:r>
              <a:rPr dirty="0"/>
              <a:t> hard multi-agent tasks for multi-seller/multi-buyer stress tests.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Training lesson: imitation of natural-language generator alone can make the buyer more stubborn without improving accept/counter timing.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Next experiments: planner SFT / DPO on accept-vs-counter decisions, typed evidence-grounded belief calibration, and counterfactual offer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Multi-Agent / Multi-Issue Benchmarks: Current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These environments are harder than single-price RLVR and expose belief/planning failures.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749807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1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4365"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Buyer metric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</a:defRPr>
                      </a:pPr>
                      <a:r>
                        <a:t>Other signal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AgenticPay hard multi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multi buyer / seller / product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Baseline probe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score 30.38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Global 44.28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AgenticPay hard multi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validated seller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Full framework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score 64.63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Global 88.72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AgenticPay mixed buyers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multi buyer / seller / product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Mixed buyers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score 82.66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Global 69.94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Terms Env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multi-issue terms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Direct prompt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78.3%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util 8.50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Brier 0.340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Terms Env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multi-issue terms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Full framework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78.3%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util 12.92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Brier 0.182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Terms Env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multi-issue terms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Counterfactual belief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75.0%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util 12.43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Brier 0.200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Terms Env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multi-issue terms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BOND-style posterior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76.7%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Buyer util 8.23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>
                          <a:solidFill>
                            <a:srgbClr val="141820"/>
                          </a:solidFill>
                        </a:defRPr>
                      </a:pPr>
                      <a:r>
                        <a:t>Top1 pref 94.0%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38160" y="1234440"/>
            <a:ext cx="356616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38160" y="1234440"/>
            <a:ext cx="73152" cy="1143000"/>
          </a:xfrm>
          <a:prstGeom prst="rect">
            <a:avLst/>
          </a:prstGeom>
          <a:solidFill>
            <a:srgbClr val="2C8C5F"/>
          </a:solidFill>
          <a:ln>
            <a:solidFill>
              <a:srgbClr val="2C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44168"/>
            <a:ext cx="3273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t>Takeaway 1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t>Framework structure matters more in multi-issue settings: Terms Env full framework improves buyer utility and Brier calibration.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560320"/>
            <a:ext cx="356616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38160" y="2560320"/>
            <a:ext cx="73152" cy="1143000"/>
          </a:xfrm>
          <a:prstGeom prst="rect">
            <a:avLst/>
          </a:prstGeom>
          <a:solidFill>
            <a:srgbClr val="D67D36"/>
          </a:solidFill>
          <a:ln>
            <a:solidFill>
              <a:srgbClr val="D6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2670048"/>
            <a:ext cx="3273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t>Takeaway 2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t>AgenticPay hard multi-agent probes are promising but tiny. Treat them as qualitative stress tests until expanded.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886200"/>
            <a:ext cx="35661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3886200"/>
            <a:ext cx="73152" cy="1417320"/>
          </a:xfrm>
          <a:prstGeom prst="rect">
            <a:avLst/>
          </a:prstGeom>
          <a:solidFill>
            <a:srgbClr val="3769B4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3995928"/>
            <a:ext cx="32735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t>Next benchmark use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t>Use RLVR as fast controlled benchmark; use Terms Env to compare belief baselines; use AgenticPay hard multi only for capability demos until N grows.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5F6773"/>
                </a:solidFill>
              </a:defRPr>
            </a:pPr>
            <a:r>
              <a:t>Negotiation Agent Update | editable tables | July 17,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RLVR Simple Env: Updated Buyer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Qwen3-30B buyer vs fixed Qwen3-30B seller unless marked as paper reference. Editable table; partial rows are explicitly labeled.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751639"/>
              </p:ext>
            </p:extLst>
          </p:nvPr>
        </p:nvGraphicFramePr>
        <p:xfrm>
          <a:off x="320040" y="1143000"/>
          <a:ext cx="7726676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7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8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48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Buyer / Reference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Reward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Deal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Bargain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Overshoot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Note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Direct prompt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1024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0.098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61.6%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0.159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full run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Full framework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1024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0.456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82.3%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0.554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0.0%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base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Counterfactual + framework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512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0.406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84.2%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0.482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0.0%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partial 106 inst.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Trained generator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256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0.379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73.0%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0.519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0.0%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64x4 complete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Trained planner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256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0.</a:t>
                      </a:r>
                      <a:r>
                        <a:rPr lang="en-US" sz="1400" b="1" dirty="0"/>
                        <a:t>51</a:t>
                      </a:r>
                      <a:r>
                        <a:rPr sz="1400" b="1" dirty="0"/>
                        <a:t>0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85.3%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0.6</a:t>
                      </a:r>
                      <a:r>
                        <a:rPr lang="en-US" sz="1400" b="1" dirty="0"/>
                        <a:t>0</a:t>
                      </a:r>
                      <a:r>
                        <a:rPr sz="1400" b="1" dirty="0"/>
                        <a:t>1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0.0%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Only partially trained, still exploring now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Paper: trained Qwen3-30B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-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0.766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92.0%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0.839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0.1%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endParaRPr sz="1400" dirty="0"/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Paper: GPT-5.4</a:t>
                      </a:r>
                      <a:r>
                        <a:rPr lang="en-US" sz="1400" dirty="0"/>
                        <a:t>-high-reasoning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-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0.402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91.8%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0.438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0.0%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endParaRPr sz="1400" dirty="0"/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75320" y="1143000"/>
            <a:ext cx="3520440" cy="530352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30768" y="1298448"/>
            <a:ext cx="3200400" cy="351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Metric meanings / formulas</a:t>
            </a:r>
          </a:p>
          <a:p>
            <a:pPr>
              <a:spcAft>
                <a:spcPts val="400"/>
              </a:spcAft>
              <a:defRPr sz="1270">
                <a:solidFill>
                  <a:srgbClr val="141820"/>
                </a:solidFill>
              </a:defRPr>
            </a:pPr>
            <a:r>
              <a:rPr dirty="0"/>
              <a:t>• Reward: buyer surplus score, approximately (B - P) / |B - C|; 0 for no-deal, -1 for invalid overshoot.</a:t>
            </a:r>
          </a:p>
          <a:p>
            <a:pPr>
              <a:spcAft>
                <a:spcPts val="400"/>
              </a:spcAft>
              <a:defRPr sz="1270">
                <a:solidFill>
                  <a:srgbClr val="141820"/>
                </a:solidFill>
              </a:defRPr>
            </a:pPr>
            <a:r>
              <a:rPr dirty="0"/>
              <a:t>• Deal: fraction of episodes ending with a valid agreement.</a:t>
            </a:r>
          </a:p>
          <a:p>
            <a:pPr>
              <a:spcAft>
                <a:spcPts val="400"/>
              </a:spcAft>
              <a:defRPr sz="1270">
                <a:solidFill>
                  <a:srgbClr val="141820"/>
                </a:solidFill>
              </a:defRPr>
            </a:pPr>
            <a:r>
              <a:rPr dirty="0"/>
              <a:t>• Bargain: buyer bargained ratio on deals; higher means lower final price relative to buyer budget / surplus range.</a:t>
            </a:r>
          </a:p>
          <a:p>
            <a:pPr>
              <a:spcAft>
                <a:spcPts val="400"/>
              </a:spcAft>
              <a:defRPr sz="1270">
                <a:solidFill>
                  <a:srgbClr val="141820"/>
                </a:solidFill>
              </a:defRPr>
            </a:pPr>
            <a:r>
              <a:rPr dirty="0"/>
              <a:t>• Overshoot: fraction where buyer offered or accepted P &gt; private budget B.</a:t>
            </a:r>
          </a:p>
          <a:p>
            <a:pPr>
              <a:spcAft>
                <a:spcPts val="400"/>
              </a:spcAft>
              <a:defRPr sz="1270">
                <a:solidFill>
                  <a:srgbClr val="141820"/>
                </a:solidFill>
              </a:defRPr>
            </a:pPr>
            <a:r>
              <a:rPr dirty="0"/>
              <a:t>• MI deal: deal rate among mutually beneficial instances (used in summaries but omitted here for space).</a:t>
            </a:r>
          </a:p>
          <a:p>
            <a:pPr>
              <a:spcAft>
                <a:spcPts val="400"/>
              </a:spcAft>
              <a:defRPr sz="1270">
                <a:solidFill>
                  <a:srgbClr val="141820"/>
                </a:solidFill>
              </a:defRPr>
            </a:pPr>
            <a:r>
              <a:rPr dirty="0"/>
              <a:t>• N: completed episodes. Partial rows should not be over-interpreted.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5F6773"/>
                </a:solidFill>
              </a:defRPr>
            </a:pPr>
            <a:r>
              <a:t>Negotiation Agent Update | editable tables | July 17,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rPr dirty="0"/>
              <a:t>SFT Diagnosis: Generator SFT Hurt Deal Timing; Planner SFT Is the Right Target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614452"/>
              </p:ext>
            </p:extLst>
          </p:nvPr>
        </p:nvGraphicFramePr>
        <p:xfrm>
          <a:off x="594360" y="1234440"/>
          <a:ext cx="6537957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5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Reward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Deal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Bargain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Base full framework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0.456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82.3%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0.554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stable baseline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Generator SFT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0.379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73.0%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0.519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lower deal rate; over-stubborn generator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20">
                          <a:solidFill>
                            <a:srgbClr val="141820"/>
                          </a:solidFill>
                        </a:defRPr>
                      </a:pPr>
                      <a:r>
                        <a:t>Planner SFT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lang="en-US" sz="1400" dirty="0"/>
                        <a:t>256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0.</a:t>
                      </a:r>
                      <a:r>
                        <a:rPr lang="en-US" sz="1400" b="1" dirty="0"/>
                        <a:t>51</a:t>
                      </a:r>
                      <a:r>
                        <a:rPr sz="1400" b="1" dirty="0"/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85.3%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b="1" dirty="0"/>
                        <a:t>0.6</a:t>
                      </a:r>
                      <a:r>
                        <a:rPr lang="en-US" sz="1400" b="1" dirty="0"/>
                        <a:t>0</a:t>
                      </a:r>
                      <a:r>
                        <a:rPr sz="1400" b="1" dirty="0"/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0.0%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474720"/>
            <a:ext cx="539496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rPr dirty="0"/>
              <a:t>Generator SFT learns how to phrase aggressive counters, but does not learn when to stop bargaining.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rPr dirty="0"/>
              <a:t>Planner SFT can directly target </a:t>
            </a:r>
            <a:r>
              <a:rPr dirty="0" err="1"/>
              <a:t>target_price</a:t>
            </a:r>
            <a:r>
              <a:rPr dirty="0"/>
              <a:t>, </a:t>
            </a:r>
            <a:r>
              <a:rPr dirty="0" err="1"/>
              <a:t>strategic_act</a:t>
            </a:r>
            <a:r>
              <a:rPr dirty="0"/>
              <a:t>, </a:t>
            </a:r>
            <a:r>
              <a:rPr dirty="0" err="1"/>
              <a:t>accept_if_at_or_below</a:t>
            </a:r>
            <a:r>
              <a:rPr dirty="0"/>
              <a:t>, and walk-away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474720"/>
            <a:ext cx="47548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rPr dirty="0"/>
              <a:t>Data available: 882 planner train / 46 </a:t>
            </a:r>
            <a:r>
              <a:rPr dirty="0" err="1"/>
              <a:t>val</a:t>
            </a:r>
            <a:r>
              <a:rPr dirty="0"/>
              <a:t> from high-reward full-framework trajectories.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rPr dirty="0"/>
              <a:t>Need better negative data: pair “continued counter -&gt; seller quit” with “accept -&gt; positive reward” in same scenario.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rPr dirty="0"/>
              <a:t>Likely upgrade path: planner DPO or small GRPO-style RL over strategic JSON, not generator-only imitation.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Why the Current Framework Still Falls Short of Paper RLVR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Prompted planning gives structure, but not enough calibrated hidden-state search or learned risk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747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D67D36"/>
          </a:solidFill>
          <a:ln>
            <a:solidFill>
              <a:srgbClr val="D6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3182112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Gap 1: belief calibration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Belief ranges often become advice-like anchors rather than calibrated uncertainty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73152" cy="1325880"/>
          </a:xfrm>
          <a:prstGeom prst="rect">
            <a:avLst/>
          </a:prstGeom>
          <a:solidFill>
            <a:srgbClr val="BE4848"/>
          </a:solidFill>
          <a:ln>
            <a:solidFill>
              <a:srgbClr val="BE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182112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Gap 2: accept/counter timing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Buyer sometimes keeps shaving after the seller has revealed a budget-safe formal offer, losing deal probability.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4747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1234440"/>
            <a:ext cx="73152" cy="1325880"/>
          </a:xfrm>
          <a:prstGeom prst="rect">
            <a:avLst/>
          </a:prstGeom>
          <a:solidFill>
            <a:srgbClr val="3769B4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344168"/>
            <a:ext cx="3182112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rPr dirty="0"/>
              <a:t>Gap 3: search quality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rPr sz="1400" dirty="0"/>
              <a:t>Candidate offers are not evaluated with a learned value function; counterfactual reranking is still prompt-noisy.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69848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800">
                <a:solidFill>
                  <a:srgbClr val="141820"/>
                </a:solidFill>
              </a:defRPr>
            </a:pPr>
            <a:r>
              <a:rPr dirty="0"/>
              <a:t>The remaining gap is less about output format and more about evaluating hidden seller state and long-horizon value of offers.</a:t>
            </a:r>
          </a:p>
          <a:p>
            <a:pPr marL="228600" indent="-171450">
              <a:spcAft>
                <a:spcPts val="500"/>
              </a:spcAft>
              <a:defRPr sz="1800">
                <a:solidFill>
                  <a:srgbClr val="141820"/>
                </a:solidFill>
              </a:defRPr>
            </a:pPr>
            <a:r>
              <a:rPr dirty="0"/>
              <a:t>Therefore the next novelty should be in opponent belief + planner search, with training focused on strategic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Method Inspirations from Poker AI and Semantic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References in 7.17/: DeepStack, Libratus, and Sem-Detect-inspired semantic decomposition.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0283"/>
              </p:ext>
            </p:extLst>
          </p:nvPr>
        </p:nvGraphicFramePr>
        <p:xfrm>
          <a:off x="502920" y="1280160"/>
          <a:ext cx="11201400" cy="21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\</a:t>
                      </a:r>
                      <a:endParaRPr dirty="0"/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Core mechanism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Negotiation adaptation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820"/>
                          </a:solidFill>
                        </a:defRPr>
                      </a:pPr>
                      <a:r>
                        <a:t>DeepStack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820"/>
                          </a:solidFill>
                        </a:defRPr>
                      </a:pPr>
                      <a:r>
                        <a:rPr sz="1600" dirty="0"/>
                        <a:t>Continual re-solving + depth-limited value estimates under hidden information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820"/>
                          </a:solidFill>
                        </a:defRPr>
                      </a:pPr>
                      <a:r>
                        <a:rPr sz="1600"/>
                        <a:t>Re-solve each buyer turn with updated seller belief; use value model for terminal risk instead of static prompt plan.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41820"/>
                          </a:solidFill>
                        </a:defRPr>
                      </a:pPr>
                      <a:r>
                        <a:t>Libratus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820"/>
                          </a:solidFill>
                        </a:defRPr>
                      </a:pPr>
                      <a:r>
                        <a:rPr sz="1600" dirty="0"/>
                        <a:t>Blueprint strategy + endgame solving + self-improvement from observed weaknesses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41820"/>
                          </a:solidFill>
                        </a:defRPr>
                      </a:pPr>
                      <a:r>
                        <a:rPr sz="1600" dirty="0"/>
                        <a:t>Use cheap default planner as blueprint; trigger local offer search near final rounds; mine failed trajectories for patch policies.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526280"/>
            <a:ext cx="10698480" cy="1143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Shared lesson: do not rely on one monolithic prompt. Maintain a compact belief state, perform local search at decision time, and use failures to update the decision policy.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rPr dirty="0"/>
              <a:t>Low-cost implementation can be prompt + small </a:t>
            </a:r>
            <a:r>
              <a:rPr dirty="0" err="1"/>
              <a:t>LoRA</a:t>
            </a:r>
            <a:r>
              <a:rPr dirty="0"/>
              <a:t> + reranking; no need to immediately train the full 30B buyer end-to-end.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Low-Cost Performance Ideas: Belief Model and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Designed to be implementable without full RL infrastructure.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934872"/>
              </p:ext>
            </p:extLst>
          </p:nvPr>
        </p:nvGraphicFramePr>
        <p:xfrm>
          <a:off x="411480" y="1143000"/>
          <a:ext cx="11384277" cy="509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2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Idea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Expected win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9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Typed evidence belief v2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Belief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Extract seller-cost clues, concession slope, finality, accept probability curve with confidence.</a:t>
                      </a:r>
                      <a:endParaRPr lang="en-US" sz="1400" dirty="0"/>
                    </a:p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Persistent Belief State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lightweight value model + explicit Bayesian/EV calculation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+ mathematical update</a:t>
                      </a:r>
                      <a:endParaRPr sz="1400" dirty="0"/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Better calibrated offer targets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Low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Continual re-solving planner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Planner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At each turn enumerate K offers + accept/quit; score EV = </a:t>
                      </a:r>
                      <a:r>
                        <a:rPr sz="1400" dirty="0" err="1"/>
                        <a:t>accept_prob</a:t>
                      </a:r>
                      <a:r>
                        <a:rPr sz="1400" dirty="0"/>
                        <a:t> * reward - </a:t>
                      </a:r>
                      <a:r>
                        <a:rPr sz="1400" dirty="0" err="1"/>
                        <a:t>quit_risk</a:t>
                      </a:r>
                      <a:r>
                        <a:rPr sz="1400" dirty="0"/>
                        <a:t>.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Fewer walkaways, better late deals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Low-Med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Planner SFT / DPO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Planner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Train JSON planner on high-reward turns; DPO on accept-vs-counter pairs from same scenario.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Fix timing bottleneck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Med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Failure patch library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Planner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Mine </a:t>
                      </a:r>
                      <a:r>
                        <a:rPr sz="1400" dirty="0" err="1"/>
                        <a:t>seller_quit</a:t>
                      </a:r>
                      <a:r>
                        <a:rPr sz="1400" dirty="0"/>
                        <a:t>/</a:t>
                      </a:r>
                      <a:r>
                        <a:rPr sz="1400" dirty="0" err="1"/>
                        <a:t>no_deal</a:t>
                      </a:r>
                      <a:r>
                        <a:rPr sz="1400" dirty="0"/>
                        <a:t> trajectories; create rule patches for similar belief states.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Cheap safety net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Low</a:t>
                      </a:r>
                    </a:p>
                  </a:txBody>
                  <a:tcPr marL="36576" marR="36576" anchor="ctr"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Semantic reward model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Belief+Planner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Small classifier estimates seller finality and concession room from transcript.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/>
                        <a:t>Less prompt noise in reranking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40">
                          <a:solidFill>
                            <a:srgbClr val="141820"/>
                          </a:solidFill>
                        </a:defRPr>
                      </a:pPr>
                      <a:r>
                        <a:rPr sz="1400" dirty="0"/>
                        <a:t>Med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Immediate Experiment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Use RLVR as fast loop, Terms Env for belief metrics, AgenticPay for multi-agent stress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33832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3152" cy="1417320"/>
          </a:xfrm>
          <a:prstGeom prst="rect">
            <a:avLst/>
          </a:prstGeom>
          <a:solidFill>
            <a:srgbClr val="2C8C5F"/>
          </a:solidFill>
          <a:ln>
            <a:solidFill>
              <a:srgbClr val="2C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25272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t>Step 1: finish planner SFT eval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t>Complete 64x4 and then 128x4 with base generator + planner-SFT. Compare same scenario subset.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43000"/>
            <a:ext cx="33832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143000"/>
            <a:ext cx="73152" cy="1417320"/>
          </a:xfrm>
          <a:prstGeom prst="rect">
            <a:avLst/>
          </a:prstGeom>
          <a:solidFill>
            <a:srgbClr val="3769B4"/>
          </a:solidFill>
          <a:ln>
            <a:solidFill>
              <a:srgbClr val="37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25272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t>Step 2: build preference pairs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t>From multiple rollouts, label higher-reward plan/action as winner; include seller_quit counterexamples.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43000"/>
            <a:ext cx="33832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73152" cy="1417320"/>
          </a:xfrm>
          <a:prstGeom prst="rect">
            <a:avLst/>
          </a:prstGeom>
          <a:solidFill>
            <a:srgbClr val="D67D36"/>
          </a:solidFill>
          <a:ln>
            <a:solidFill>
              <a:srgbClr val="D6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25272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2746"/>
                </a:solidFill>
              </a:defRPr>
            </a:pPr>
            <a:r>
              <a:t>Step 3: belief calibration</a:t>
            </a:r>
          </a:p>
          <a:p>
            <a:pPr>
              <a:spcBef>
                <a:spcPts val="400"/>
              </a:spcBef>
              <a:defRPr sz="1230">
                <a:solidFill>
                  <a:srgbClr val="141820"/>
                </a:solidFill>
              </a:defRPr>
            </a:pPr>
            <a:r>
              <a:t>Evaluate Brier, reservation coverage, evidence grounding in Terms Env and transfer to RLVR.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521208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t>Success metric for RLVR: improve reward without sacrificing deal rate or causing overshoot.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t>Success metric for Terms Env: buyer utility + lower accept-probability Brier + grounded evidence.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t>Success metric for AgenticPay: stable buyer score under fixed seller and no seller-error contamination.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93776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t>Ablations: base planner vs planner-SFT vs DPO planner vs re-solving planner.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t>Keep generator base unless planner improves; generator SFT already showed negative signal.</a:t>
            </a:r>
          </a:p>
          <a:p>
            <a:pPr marL="228600" indent="-171450">
              <a:spcAft>
                <a:spcPts val="500"/>
              </a:spcAft>
              <a:defRPr sz="1600">
                <a:solidFill>
                  <a:srgbClr val="141820"/>
                </a:solidFill>
              </a:defRPr>
            </a:pPr>
            <a:r>
              <a:t>Report partial rows clearly until N matches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500" b="1">
                <a:solidFill>
                  <a:srgbClr val="192746"/>
                </a:solidFill>
              </a:defRPr>
            </a:pPr>
            <a:r>
              <a:t>Risks, Caveats, and What to Report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58952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F6773"/>
                </a:solidFill>
              </a:defRPr>
            </a:pPr>
            <a:r>
              <a:t>Keep the story strong by separating completed evidence from partial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Completed evidence: base full framework beats direct prompt on RLVR; full framework improves Terms Env buyer utility and Brier.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Negative evidence: generator-only SFT is not useful in current form; it lowers deal rate.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Partial evidence: planner-SFT looks promising but currently N=68, so it should be framed as a pilot.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Reference gap: paper trained Qwen remains far ahead; this motivates learned planner/search rather than more prompting.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0292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Do not claim multi-agent superiority from N=4 AgenticPay hard probes; use them as qualitative demonstrations.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Do not mix incompatible subsets without labeling N and scenario counts.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Fill GPT-5.4 paper row from the original table before presentation if exact values are required.</a:t>
            </a:r>
          </a:p>
          <a:p>
            <a:pPr marL="228600" indent="-171450">
              <a:spcAft>
                <a:spcPts val="500"/>
              </a:spcAft>
              <a:defRPr sz="1700">
                <a:solidFill>
                  <a:srgbClr val="141820"/>
                </a:solidFill>
              </a:defRPr>
            </a:pPr>
            <a:r>
              <a:t>Most plausible novelty: evidence-grounded opponent belief + continual re-solving planner for negotiation.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5F6773"/>
                </a:solidFill>
              </a:defRPr>
            </a:pPr>
            <a:r>
              <a:t>Negotiation Agent Update | editable tables | July 17,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1784</Words>
  <Application>Microsoft Office PowerPoint</Application>
  <PresentationFormat>宽屏</PresentationFormat>
  <Paragraphs>262</Paragraphs>
  <Slides>10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淇心 谭</cp:lastModifiedBy>
  <cp:revision>4</cp:revision>
  <dcterms:created xsi:type="dcterms:W3CDTF">2013-01-27T09:14:16Z</dcterms:created>
  <dcterms:modified xsi:type="dcterms:W3CDTF">2026-07-23T06:28:06Z</dcterms:modified>
  <cp:category/>
</cp:coreProperties>
</file>