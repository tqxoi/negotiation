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/Relationships>
</file>

<file path=ppt/slides/_rels/slide10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From Opponent Belief to Belief-Usable Planning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Project outlook for multi-issue and universal negotiation agents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85800" y="132588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68680" y="1490472"/>
            <a:ext cx="288036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Core Claim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4400" y="2039112"/>
            <a:ext cx="2788920" cy="685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Opponent modeling alone is not strategy.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The key bottleneck is how the planner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operationalizes uncertain belief.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434840" y="132588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617720" y="1490472"/>
            <a:ext cx="288036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Main Question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663440" y="2039112"/>
            <a:ext cx="2788920" cy="685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What should the agent ask, offer, concede,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accept, or reject under posterior uncertainty?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How should this change over time?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183879" y="1325880"/>
            <a:ext cx="3063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366759" y="1490472"/>
            <a:ext cx="269748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Thesis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412480" y="2039112"/>
            <a:ext cx="2606040" cy="685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Negotiation needs belief-conditioned sequential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planning, not belief as a passive reranker.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22960" y="3337560"/>
            <a:ext cx="10561320" cy="2148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We reposition the project from improving a standalone belief model to studying belief usability: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how a planner transforms belief into effective multi-round actions.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The method should decide when to explore, when to exploit, when to hedge against wrong belief,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and when to close the deal.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This framing connects Simple Env, CaSiNo/ASTRA, and AgenticPay into one coherent benchmark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ladder.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85800" y="6355080"/>
            <a:ext cx="7498079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100">
                <a:solidFill>
                  <a:srgbClr val="566374"/>
                </a:solidFill>
                <a:latin typeface="Aptos"/>
              </a:rPr>
              <a:t>Generated 2026-07-29 15:18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Motivation from Recent Work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Accurate counterparty modeling does not automatically yield good negotiation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85800" y="132588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68680" y="1490472"/>
            <a:ext cx="3063240" cy="347472"/>
          </a:xfrm>
          <a:prstGeom prst="roundRect">
            <a:avLst/>
          </a:prstGeom>
          <a:solidFill>
            <a:srgbClr val="B23F3F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Observation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4400" y="203911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LLM agents may infer opponent preferences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reasonably well.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But they can still fail to convert preference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estimates into profitable offers.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The missing link is strategic action selection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under uncertainty.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434840" y="132588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617720" y="1490472"/>
            <a:ext cx="306324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Multi-Issue Difficulty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663440" y="203911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Which issue is costly for me to concede?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Which issue is valuable for the opponent?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What low-cost concession can unlock high-value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returns?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When is fairness framing better than aggressive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anchoring?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183879" y="1325880"/>
            <a:ext cx="3063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366759" y="1490472"/>
            <a:ext cx="269748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Our Target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412480" y="2039112"/>
            <a:ext cx="260604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Belief-conditioned offer quality.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Candidate selection quality.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Pareto efficiency and issue-level tradeoff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quality.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Agreement and walk-away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Benchmark Ladder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Each environment tests a different layer of belief-usable planning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1417320"/>
            <a:ext cx="109728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600200" y="1417320"/>
            <a:ext cx="214884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</a:rPr>
              <a:t>Benchmark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749039" y="1417320"/>
            <a:ext cx="306324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</a:rPr>
              <a:t>What It Tests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812279" y="1417320"/>
            <a:ext cx="470916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</a:rPr>
              <a:t>Research Role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02920" y="1920240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600" b="1">
                <a:solidFill>
                  <a:srgbClr val="1C2B44"/>
                </a:solidFill>
                <a:latin typeface="Aptos"/>
              </a:rPr>
              <a:t>Stage 0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600200" y="1920240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Simple Env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749039" y="192024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Single price issue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812279" y="1920240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Concession timing and planner training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02920" y="2670048"/>
            <a:ext cx="109728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600" b="1">
                <a:solidFill>
                  <a:srgbClr val="1C2B44"/>
                </a:solidFill>
                <a:latin typeface="Aptos"/>
              </a:rPr>
              <a:t>Stage 1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600200" y="2670048"/>
            <a:ext cx="214884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CaSiNo / ASTRA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749039" y="2670048"/>
            <a:ext cx="306324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Clean multi-issue preference split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812279" y="2670048"/>
            <a:ext cx="470916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Belief -&gt; issue tradeoff -&gt; offer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02920" y="3419856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600" b="1">
                <a:solidFill>
                  <a:srgbClr val="1C2B44"/>
                </a:solidFill>
                <a:latin typeface="Aptos"/>
              </a:rPr>
              <a:t>Stage 2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600200" y="3419856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AgenticPay Contract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3749039" y="3419856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Price + continuous/discrete terms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12279" y="3419856"/>
            <a:ext cx="4709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Schema-varied contract utility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02920" y="4169664"/>
            <a:ext cx="109728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600" b="1">
                <a:solidFill>
                  <a:srgbClr val="1C2B44"/>
                </a:solidFill>
                <a:latin typeface="Aptos"/>
              </a:rPr>
              <a:t>Stage 3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600200" y="4169664"/>
            <a:ext cx="214884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AgenticPay Universal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749039" y="4169664"/>
            <a:ext cx="306324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Multi buyer/seller/product/issue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6812279" y="4169664"/>
            <a:ext cx="4709160" cy="749808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600">
                <a:solidFill>
                  <a:srgbClr val="1C2B44"/>
                </a:solidFill>
                <a:latin typeface="Aptos"/>
              </a:rPr>
              <a:t>Market-aware belief and planning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22960" y="5257800"/>
            <a:ext cx="1042416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2100">
                <a:solidFill>
                  <a:srgbClr val="1C2B44"/>
                </a:solidFill>
                <a:latin typeface="Aptos"/>
              </a:rPr>
              <a:t>Recommended story: Simple Env tunes price behavior; CaSiNo/ASTRA demonstrates belief-driven multi-issue tradeoffs; AgenticPay tests generalization to realistic commerce.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Why CaSiNo / ASTRA Should Be the Main Next Benchmark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A clean setting where belief should visibly change the offer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40080" y="1325880"/>
            <a:ext cx="3291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22959" y="1490472"/>
            <a:ext cx="292608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2039112"/>
            <a:ext cx="283464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Two camping neighbors split Food, Water, and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Firewood.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Each issue has 3 units.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Each player has private High/Medium/Low issue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values.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Outcome utility is explicit and easy to audit.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251960" y="132588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434840" y="1490472"/>
            <a:ext cx="306324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Why It Fits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480560" y="203911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Natural multi-issue preference negotiation.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Small action space allows exact allocation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enumeration.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Good for measuring logrolling and Pareto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tradeoffs.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ASTRA already reports Table-1-style baselines.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01000" y="132588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183879" y="1490472"/>
            <a:ext cx="297180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Initial Experiment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229600" y="2039112"/>
            <a:ext cx="288036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Fixed Partner-Base P2.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Compare direct prompt vs our full framework.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Use 100 test cases and 12 rounds.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Save dialogue, belief, candidates, selected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action, and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AgenticPay as the Universal Commerce Benchmark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More realistic but noisier; better after CaSiNo stabilizes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85800" y="1325880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68680" y="1490472"/>
            <a:ext cx="320040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Contract-Mode Utility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4400" y="2039112"/>
            <a:ext cx="461772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Offer includes price, continuous terms, and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discrete terms.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Buyer and seller have private term preferences.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Utility combines base value/cost, price, and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term-specific weights.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This generalizes CaSiNo's issue-value tradeoff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to commerce contracts.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172200" y="1325880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355080" y="1490472"/>
            <a:ext cx="3200400" cy="347472"/>
          </a:xfrm>
          <a:prstGeom prst="roundRect">
            <a:avLst/>
          </a:prstGeom>
          <a:solidFill>
            <a:srgbClr val="CA6F2B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Universal Extension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400800" y="2039112"/>
            <a:ext cx="461772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Multi seller: choose opponent and use outside-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option pressure.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Multi buyer: balance surplus against win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probability.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Multi product: select product or bundle under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uncertain availability.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Multi issue: trade price against contract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Framework: Belief-Usable Planner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Belief should affect generation, exploration, selection, and risk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1325880"/>
            <a:ext cx="2697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685800" y="1490472"/>
            <a:ext cx="233172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Belief State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2039112"/>
            <a:ext cx="22402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Issue preference posterior.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Reservation / acceptance posterior.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Opponent type and concession pattern.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Confidence, entropy, and evidence.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429000" y="1325880"/>
            <a:ext cx="2697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3611880" y="1490472"/>
            <a:ext cx="233172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Candidate Generator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657600" y="2039112"/>
            <a:ext cx="22402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Pareto frontier candidates.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Aggressive anchor candidates.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Information-gain probe actions.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Final-round high-accept offers.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355080" y="1325880"/>
            <a:ext cx="2697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6537960" y="1490472"/>
            <a:ext cx="233172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Planner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583680" y="2039112"/>
            <a:ext cx="22402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Chooses when to trust belief.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Trades reward, risk, information gain, and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future value.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Avoids overconfidence under high entropy.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9281160" y="1325880"/>
            <a:ext cx="2423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9464040" y="1490472"/>
            <a:ext cx="2057400" cy="347472"/>
          </a:xfrm>
          <a:prstGeom prst="roundRect">
            <a:avLst/>
          </a:prstGeom>
          <a:solidFill>
            <a:srgbClr val="CA6F2B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Generator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9509760" y="2039112"/>
            <a:ext cx="196596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Writes persuasive language.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Preserves action constraints.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Keeps strategy and wording separated.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Mathematical Planner Objectives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Move beyond prompt-only reasoning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411480" y="1325880"/>
            <a:ext cx="1874519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/>
              </a:rPr>
              <a:t>Module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286000" y="1325880"/>
            <a:ext cx="553212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/>
              </a:rPr>
              <a:t>Formula / Rule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818120" y="1325880"/>
            <a:ext cx="3749039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11480" y="1828800"/>
            <a:ext cx="187451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400" b="1">
                <a:solidFill>
                  <a:srgbClr val="1C2B44"/>
                </a:solidFill>
                <a:latin typeface="Aptos"/>
              </a:rPr>
              <a:t>Bayesian update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286000" y="1828800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P(h|e₁:t) ∝ P(e_t|h, history) P(h|e₁:t−1)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818120" y="1828800"/>
            <a:ext cx="374903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Persistent opponent belief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11480" y="2606040"/>
            <a:ext cx="1874519" cy="77724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400" b="1">
                <a:solidFill>
                  <a:srgbClr val="1C2B44"/>
                </a:solidFill>
                <a:latin typeface="Aptos"/>
              </a:rPr>
              <a:t>Action value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2286000" y="2606040"/>
            <a:ext cx="5532120" cy="77724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V(a)=EU(a)+λ_info·IG(a)+γ·Future(B')−λ_risk·Risk(a)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818120" y="2606040"/>
            <a:ext cx="3749039" cy="77724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Explore vs exploit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11480" y="3383280"/>
            <a:ext cx="187451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400" b="1">
                <a:solidFill>
                  <a:srgbClr val="1C2B44"/>
                </a:solidFill>
                <a:latin typeface="Aptos"/>
              </a:rPr>
              <a:t>Information gain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2286000" y="3383280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IG(a)=H(B_t)−E_r[H(Update(B_t,a,r))]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818120" y="3383280"/>
            <a:ext cx="374903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Probe when belief is uncertain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11480" y="4160520"/>
            <a:ext cx="1874519" cy="77724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400" b="1">
                <a:solidFill>
                  <a:srgbClr val="1C2B44"/>
                </a:solidFill>
                <a:latin typeface="Aptos"/>
              </a:rPr>
              <a:t>Pareto frontier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2286000" y="4160520"/>
            <a:ext cx="5532120" cy="77724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Keep offers not dominated in self utility and estimated opponent utility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7818120" y="4160520"/>
            <a:ext cx="3749039" cy="77724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Generate better candidates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411480" y="4937760"/>
            <a:ext cx="187451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400" b="1">
                <a:solidFill>
                  <a:srgbClr val="1C2B44"/>
                </a:solidFill>
                <a:latin typeface="Aptos"/>
              </a:rPr>
              <a:t>Robust objective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2286000" y="4937760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Score(a)=E[V(a)]−λ_var Var[V(a)]−λ_regret Regret(a)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7818120" y="4937760"/>
            <a:ext cx="374903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400">
                <a:solidFill>
                  <a:srgbClr val="1C2B44"/>
                </a:solidFill>
                <a:latin typeface="Aptos"/>
              </a:rPr>
              <a:t>Avoid blind posterior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Low-Cost Training Route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Train the planner/ranker before training the whole dialogue agent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40080" y="1325880"/>
            <a:ext cx="3383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22959" y="1490472"/>
            <a:ext cx="3017520" cy="347472"/>
          </a:xfrm>
          <a:prstGeom prst="roundRect">
            <a:avLst/>
          </a:prstGeom>
          <a:solidFill>
            <a:srgbClr val="B23F3F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Why Training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2039112"/>
            <a:ext cx="29260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Prompt-only planner is unstable.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Early belief is inaccurate, so asking or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trusting belief can be harmful.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Planner must learn when to explore, exploit,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hedge, or close.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343400" y="132588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526280" y="1490472"/>
            <a:ext cx="306324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Cheap First Step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572000" y="203911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Generate K candidate actions per state.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Build structured features from belief and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utility.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Train a small ranker or MLP on oracle/rollout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scores.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No large-model fine-tuning required.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92440" y="1325880"/>
            <a:ext cx="3337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275319" y="1490472"/>
            <a:ext cx="297180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Upgrade Path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321040" y="2039112"/>
            <a:ext cx="288036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Planner LoRA / RFT on selected actions.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Pairwise DPO on candidate comparisons.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Online RL only after ranker works.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Generator remains mostly fixed.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Experiment Plan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Start with Partner-Base CaSiNo, then scale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1325880"/>
            <a:ext cx="59436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" y="1325880"/>
            <a:ext cx="233172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Experiment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429000" y="1325880"/>
            <a:ext cx="315468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Comparison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583680" y="1325880"/>
            <a:ext cx="466344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Main Metrics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02920" y="1828800"/>
            <a:ext cx="594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1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182880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Partner-Base CaSiNo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429000" y="1828800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direct_prompt vs full_framework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583680" y="1828800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Avg score, walk-away, issue tradeoff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02920" y="2542032"/>
            <a:ext cx="59436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2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097280" y="2542032"/>
            <a:ext cx="233172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Belief-conditioned frontier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429000" y="2542032"/>
            <a:ext cx="315468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reranker vs offer-space pruning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583680" y="2542032"/>
            <a:ext cx="466344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Candidate quality and P1 utility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02920" y="3255264"/>
            <a:ext cx="594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3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255264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Information-gain planner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3429000" y="3255264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probe offers vs direct asking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583680" y="3255264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Entropy reduction and final score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02920" y="3968496"/>
            <a:ext cx="59436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4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097280" y="3968496"/>
            <a:ext cx="233172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Learned ranker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429000" y="3968496"/>
            <a:ext cx="315468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math scorer vs trained ranker vs LoRA planner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6583680" y="3968496"/>
            <a:ext cx="4663440" cy="71323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Selection quality and robustness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502920" y="4681728"/>
            <a:ext cx="594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5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681728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AgenticPay transfer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3429000" y="4681728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contract-mode and multi-agent tasks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6583680" y="4681728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Universal generalization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Expected Contributions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A stronger story than simply improving belief accuracy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Define the belief-usability problem for LLM negotiation: accurate opponent modeling is insufficient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unless planners can operationalize it.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Introduce structured posterior states for issue preference, strategy type, acceptance, and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uncertainty.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Use belief to shape candidate generation, information acquisition, Pareto frontier search, and robust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action selection.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Develop a low-cost training path for belief-aware planner/ranker modules using rollouts, oracle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utility, SFT/RFT, and pairwise preference learning.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Evaluate across a ladder from Simple Env to CaSiNo/ASTRA and AgenticPay universal commerce.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LVR">
  <a:themeElements>
    <a:clrScheme name="RLVR">
      <a:dk1>
        <a:srgbClr val="1C2B44"/>
      </a:dk1>
      <a:lt1>
        <a:srgbClr val="FFFFFF"/>
      </a:lt1>
      <a:dk2>
        <a:srgbClr val="2D60AA"/>
      </a:dk2>
      <a:lt2>
        <a:srgbClr val="F7F9FC"/>
      </a:lt2>
      <a:accent1>
        <a:srgbClr val="2D60AA"/>
      </a:accent1>
      <a:accent2>
        <a:srgbClr val="10827C"/>
      </a:accent2>
      <a:accent3>
        <a:srgbClr val="368453"/>
      </a:accent3>
      <a:accent4>
        <a:srgbClr val="CA6F2B"/>
      </a:accent4>
      <a:accent5>
        <a:srgbClr val="B23F3F"/>
      </a:accent5>
      <a:accent6>
        <a:srgbClr val="566374"/>
      </a:accent6>
      <a:hlink>
        <a:srgbClr val="2D60AA"/>
      </a:hlink>
      <a:folHlink>
        <a:srgbClr val="10827C"/>
      </a:folHlink>
    </a:clrScheme>
    <a:fontScheme name="Aptos">
      <a:majorFont>
        <a:latin typeface="Aptos"/>
      </a:majorFont>
      <a:minorFont>
        <a:latin typeface="Aptos"/>
      </a:minorFont>
    </a:fontScheme>
    <a:fmtScheme name="RLVR"/>
  </a:themeElements>
</a:theme>
</file>